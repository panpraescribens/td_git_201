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036" autoAdjust="0"/>
  </p:normalViewPr>
  <p:slideViewPr>
    <p:cSldViewPr snapToGrid="0">
      <p:cViewPr varScale="1">
        <p:scale>
          <a:sx n="91" d="100"/>
          <a:sy n="91" d="100"/>
        </p:scale>
        <p:origin x="4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43593-DDDC-43AF-AC2F-93C8ECCD9EA1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71A9F-1700-46FF-B6E9-7591AA9C87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052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* Présentation perso</a:t>
            </a:r>
          </a:p>
          <a:p>
            <a:r>
              <a:rPr lang="fr-FR" dirty="0"/>
              <a:t>* Mise au point sur ce que j’estime être le niveau cible de cette classe</a:t>
            </a:r>
          </a:p>
          <a:p>
            <a:r>
              <a:rPr lang="fr-FR" dirty="0"/>
              <a:t>Du coup, survol des acquis : c’est quoi le file versioning ? c’est quoi un commit ? C’est quoi « décentralisé » ? Mais sans trop se prendre la tête pour l’instant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Objectifs de ce cours / TD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On va survoler des problèmes quotidiens, pas des trucs de malade hyper exotiques, pour commencer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On va donner des outils pour se sortir de ces problèmes courants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Et on va faire des remarques sur comment on pourrait les éviter en premier lieu (méthodologie, mais aussi meilleurs outils)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dirty="0"/>
              <a:t>Un truc fondamental : on fait tout à la main, parce qu’on est là pour apprendre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71A9F-1700-46FF-B6E9-7591AA9C878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228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grande question !</a:t>
            </a:r>
          </a:p>
          <a:p>
            <a:r>
              <a:rPr lang="fr-FR" dirty="0"/>
              <a:t>Illustrer avec des exemples, pas forcément directement du code.</a:t>
            </a:r>
          </a:p>
          <a:p>
            <a:r>
              <a:rPr lang="fr-FR" dirty="0"/>
              <a:t>Photoshop et ses deux niveaux de </a:t>
            </a:r>
            <a:r>
              <a:rPr lang="fr-FR" dirty="0" err="1"/>
              <a:t>CtrlZ</a:t>
            </a:r>
            <a:r>
              <a:rPr lang="fr-FR" dirty="0"/>
              <a:t>, </a:t>
            </a:r>
            <a:r>
              <a:rPr lang="fr-FR" dirty="0" err="1"/>
              <a:t>save-scumming</a:t>
            </a:r>
            <a:r>
              <a:rPr lang="fr-FR" dirty="0"/>
              <a:t> dans les jeux vidéos</a:t>
            </a:r>
          </a:p>
          <a:p>
            <a:r>
              <a:rPr lang="fr-FR" dirty="0"/>
              <a:t>Rappel : git c’est surtout pour du CODE donc des fichiers texte, facilement compressibles. Problème possible avec le dev moderne qui utilise beaucoup de fichiers autres (par ex : ma </a:t>
            </a:r>
            <a:r>
              <a:rPr lang="fr-FR" dirty="0" err="1"/>
              <a:t>pres</a:t>
            </a:r>
            <a:r>
              <a:rPr lang="fr-FR" dirty="0"/>
              <a:t> PPTX, mes images,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r>
              <a:rPr lang="fr-FR" dirty="0"/>
              <a:t>Pour faire des expériences avec son code, comment on faisait ? Sauvegarde en l’état et copie dans un nouveau répertoire</a:t>
            </a:r>
          </a:p>
          <a:p>
            <a:r>
              <a:rPr lang="fr-FR" dirty="0"/>
              <a:t>Et bien sûr, comment on faisait pour ne pas perdre tout ses projets ? Exemple la fois où j’ai perdu tout mon boulot et j’ai dû le refaire la veille au soir :/</a:t>
            </a:r>
          </a:p>
          <a:p>
            <a:r>
              <a:rPr lang="fr-FR" dirty="0"/>
              <a:t>Au moins 3 copies, au moins 2 media, au moins 1 off-site (et même comme ça, exemple de l’incendie datacenter OVH à Strasbourg en 2021, ou le datacenter du gouvernement Coréen en 2025)</a:t>
            </a:r>
          </a:p>
          <a:p>
            <a:endParaRPr lang="fr-FR" dirty="0"/>
          </a:p>
          <a:p>
            <a:r>
              <a:rPr lang="fr-FR" dirty="0"/>
              <a:t>&gt;&gt; Aujourd’hui on va se concentrer sur le dev solo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71A9F-1700-46FF-B6E9-7591AA9C878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6121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bosse rarement solo… sauf moi qui semble avoir passé ma carrière ainsi ? </a:t>
            </a:r>
          </a:p>
          <a:p>
            <a:r>
              <a:rPr lang="fr-FR" dirty="0"/>
              <a:t> </a:t>
            </a:r>
          </a:p>
          <a:p>
            <a:r>
              <a:rPr lang="fr-FR" dirty="0"/>
              <a:t>L’enfer c’est les autres. Mais ne soyez pas fainéant et apprenez les bonnes méthodes de travail si vous pouvez, un minimum.</a:t>
            </a:r>
          </a:p>
          <a:p>
            <a:r>
              <a:rPr lang="fr-FR" dirty="0"/>
              <a:t>COMMUNIQUEZ ! PARLEZ-VOUS !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Comment on gère la collaboration avec d’autres personnes ? D’un point de vue purement technique / physique déjà,</a:t>
            </a:r>
          </a:p>
          <a:p>
            <a:r>
              <a:rPr lang="fr-FR" dirty="0"/>
              <a:t>mais aussi au niveau organisation.</a:t>
            </a:r>
          </a:p>
          <a:p>
            <a:endParaRPr lang="fr-FR" dirty="0"/>
          </a:p>
          <a:p>
            <a:r>
              <a:rPr lang="fr-FR" dirty="0"/>
              <a:t>Plus une ressource est partagée avec des collègues, plus il faut communiquer et  plus il va falloir avoir une façon de travailler organisée , soutenue par des outils </a:t>
            </a:r>
          </a:p>
          <a:p>
            <a:endParaRPr lang="fr-FR" dirty="0"/>
          </a:p>
          <a:p>
            <a:r>
              <a:rPr lang="fr-FR" dirty="0"/>
              <a:t>Exemple perso : je bossais seul sur </a:t>
            </a:r>
            <a:r>
              <a:rPr lang="fr-FR" dirty="0" err="1"/>
              <a:t>Terraform</a:t>
            </a:r>
            <a:r>
              <a:rPr lang="fr-FR" dirty="0"/>
              <a:t>, je poussais en prod direct depuis mon poste. Puis </a:t>
            </a:r>
            <a:r>
              <a:rPr lang="fr-FR" dirty="0" err="1"/>
              <a:t>Alaa</a:t>
            </a:r>
            <a:r>
              <a:rPr lang="fr-FR" dirty="0"/>
              <a:t> est arrivé et merdouillait dans tous les sens, ça m’a appris des outils, mais les outils m’ont permis de *contourner* le problème plutôt que de remettre en question ma façon de travailler !</a:t>
            </a:r>
          </a:p>
          <a:p>
            <a:endParaRPr lang="fr-FR" dirty="0"/>
          </a:p>
          <a:p>
            <a:r>
              <a:rPr lang="fr-FR" dirty="0"/>
              <a:t>Gestion de version de logiciels, exemple de Info Partenaires où on avait littéralement aucune idée de ce que les clients avaient, à part en utilisant la date et en retrouvant une archive contenant le code des binaires livrés chez le client. (notion des tags)</a:t>
            </a:r>
          </a:p>
          <a:p>
            <a:endParaRPr lang="fr-FR" dirty="0"/>
          </a:p>
          <a:p>
            <a:r>
              <a:rPr lang="fr-FR" dirty="0"/>
              <a:t>Bref, ce qu’on devrait comprendre après ces deux slides, c’est que git ne fait que formaliser et simplifier des « solutions » plus ou moins adoptées historiquement.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71A9F-1700-46FF-B6E9-7591AA9C878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61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J’ai rarement eu à me prendre la tête avec git, en 17 ans d’utilisation de SVC… pourquoi ? </a:t>
            </a:r>
          </a:p>
          <a:p>
            <a:r>
              <a:rPr lang="fr-FR" dirty="0"/>
              <a:t>Pratiques saines – outils modernes – périmètre bien défini – logiciels bien modularisés pour éviter les interactions / conflits avec les collègues – bonne communication</a:t>
            </a:r>
          </a:p>
          <a:p>
            <a:r>
              <a:rPr lang="fr-FR" dirty="0"/>
              <a:t>Globalement le fait de bosser seul 99% du temps à beaucoup aidé aussi, vu que les difficultés surviennent généralement quand on doit collaborer :P</a:t>
            </a:r>
          </a:p>
          <a:p>
            <a:r>
              <a:rPr lang="fr-FR" dirty="0"/>
              <a:t>Les fois où je me suis planté comme une merde, et ben je me suis relevé et j’ai remonté la pente et c’est tout.</a:t>
            </a:r>
          </a:p>
          <a:p>
            <a:endParaRPr lang="fr-FR" dirty="0"/>
          </a:p>
          <a:p>
            <a:r>
              <a:rPr lang="fr-FR" dirty="0"/>
              <a:t>Bien sûr en vrai, rien n’est parfait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 fichier qui accumule du code qui n’a rien à voir mais on a pas le temps/l’envie de </a:t>
            </a:r>
            <a:r>
              <a:rPr lang="fr-FR" dirty="0" err="1"/>
              <a:t>refacto</a:t>
            </a:r>
            <a:r>
              <a:rPr lang="fr-FR" dirty="0"/>
              <a:t> pour éviter les problèmes futurs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La </a:t>
            </a:r>
            <a:r>
              <a:rPr lang="fr-FR" dirty="0" err="1"/>
              <a:t>refacto</a:t>
            </a:r>
            <a:r>
              <a:rPr lang="fr-FR" dirty="0"/>
              <a:t> on a pas le temps, c’est du luxe et le manager a dit qu’il faut produire…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Du coup on fait ça quand on peut, au milieu d’une implémentation par exemple, et on se retrouve avec des commit fourre-tout qui font tout même le café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Et puis un commit d’ailleurs, on le fait quand ? Moi je voyais ça comme une sauvegarde en fin de </a:t>
            </a:r>
            <a:r>
              <a:rPr lang="fr-FR" dirty="0" err="1"/>
              <a:t>feature</a:t>
            </a:r>
            <a:r>
              <a:rPr lang="fr-FR" dirty="0"/>
              <a:t>, ou de journée, ou de… alors que d’autre font des commit comme ils font des </a:t>
            </a:r>
            <a:r>
              <a:rPr lang="fr-FR" dirty="0" err="1"/>
              <a:t>Ctrl+S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Et puis bien sûr dans la vraie vie d’équipe on se retrouve à intervenir sur des fichiers partagés par toute l’équipe, et machin il lit pas ses messages donc il se retrouve comme un con quand il va pour faire ses </a:t>
            </a:r>
            <a:r>
              <a:rPr lang="fr-FR" dirty="0" err="1"/>
              <a:t>modifs</a:t>
            </a:r>
            <a:r>
              <a:rPr lang="fr-FR" dirty="0"/>
              <a:t> à lui, etc.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Pour s’améliorer il faut de la pratique : au boulot vous en aurez en abondance, mais pas forcément de manière « horizontale ». À l’IUT vous pouvez EXPERIMENTER, TESTER, JOUER et vous planter sans que ça soit la fin de votre job, de votre carrière, etc. Donc profitez-en !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71A9F-1700-46FF-B6E9-7591AA9C878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332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NB : quand on ajoute un fichier à l’index, il est ajouté dans l’état. Si on le modifie après ajout, la *dernière* version n’est pas celle envoyée (solution pour corriger : </a:t>
            </a:r>
            <a:r>
              <a:rPr lang="fr-FR" dirty="0" err="1"/>
              <a:t>amend</a:t>
            </a:r>
            <a:r>
              <a:rPr lang="fr-FR" dirty="0"/>
              <a:t> !)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71A9F-1700-46FF-B6E9-7591AA9C878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6038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HEAD est une référence « flottante » et on verra en TD qu’on peut aller beaucoup plus loin avec les suffixes.</a:t>
            </a:r>
          </a:p>
          <a:p>
            <a:r>
              <a:rPr lang="fr-FR" dirty="0"/>
              <a:t>Si vous avez un doute, n’hésitez pas à utiliser des </a:t>
            </a:r>
            <a:r>
              <a:rPr lang="fr-FR" dirty="0" err="1"/>
              <a:t>ref</a:t>
            </a:r>
            <a:r>
              <a:rPr lang="fr-FR" dirty="0"/>
              <a:t> absolues (utilisation de log et </a:t>
            </a:r>
            <a:r>
              <a:rPr lang="fr-FR" dirty="0" err="1"/>
              <a:t>reflog</a:t>
            </a:r>
            <a:r>
              <a:rPr lang="fr-FR" dirty="0"/>
              <a:t>)</a:t>
            </a:r>
          </a:p>
          <a:p>
            <a:r>
              <a:rPr lang="fr-FR" dirty="0"/>
              <a:t>–soft –mixed et –hard ? (fichier encore dans l’index et tel quel &gt; fichier retiré de l’index mais pas touché &gt; fichier retiré de l’index et remis en état dans le répertoire de travail, ce qui peut également l’effacer)</a:t>
            </a:r>
          </a:p>
          <a:p>
            <a:endParaRPr lang="fr-FR" dirty="0"/>
          </a:p>
          <a:p>
            <a:r>
              <a:rPr lang="fr-FR" dirty="0"/>
              <a:t>Git </a:t>
            </a:r>
            <a:r>
              <a:rPr lang="fr-FR" dirty="0" err="1"/>
              <a:t>rm</a:t>
            </a:r>
            <a:r>
              <a:rPr lang="fr-FR" dirty="0"/>
              <a:t> –</a:t>
            </a:r>
            <a:r>
              <a:rPr lang="fr-FR" dirty="0" err="1"/>
              <a:t>cached</a:t>
            </a:r>
            <a:r>
              <a:rPr lang="fr-FR" dirty="0"/>
              <a:t> peut simplement enlever le fichier de l’index mais pas l’effacer. Utile si on l’a pas encore ajouté dans le fichier .</a:t>
            </a:r>
            <a:r>
              <a:rPr lang="fr-FR" dirty="0" err="1"/>
              <a:t>gitignore</a:t>
            </a:r>
            <a:endParaRPr lang="fr-FR" dirty="0"/>
          </a:p>
          <a:p>
            <a:r>
              <a:rPr lang="fr-FR" dirty="0"/>
              <a:t>Sinon on pouvait faire un git reset –mixed (je pense)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71A9F-1700-46FF-B6E9-7591AA9C878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117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méthode ponctuelle laisse à désirer, bien sûr ! </a:t>
            </a:r>
          </a:p>
          <a:p>
            <a:r>
              <a:rPr lang="fr-FR" dirty="0"/>
              <a:t>Pour ça que c’est toujours mieux d’utiliser une convention si on pense qu’on va avoir des fichiers temporaires qu’on veut ne pas ajouter à notre repo, mais dont on ne sait pas le nom à l’avance.</a:t>
            </a:r>
          </a:p>
          <a:p>
            <a:r>
              <a:rPr lang="fr-FR" dirty="0"/>
              <a:t>Par exemple les fichiers Office sont tous en ~$*.*  donc on peut juste rajouter ça et s’éviter des problèmes </a:t>
            </a:r>
            <a:r>
              <a:rPr lang="fr-FR"/>
              <a:t>à chaque fois.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71A9F-1700-46FF-B6E9-7591AA9C878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85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7940BF-3C30-4CEA-BCF2-3BC84BAE7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Cascadia Code SemiBold" panose="020B0609020000020004" pitchFamily="49" charset="0"/>
                <a:ea typeface="DejaVu Sans Mono" panose="020B0609030804020204" pitchFamily="49" charset="0"/>
                <a:cs typeface="Cascadia Code SemiBold" panose="020B0609020000020004" pitchFamily="49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A29970-2CD1-4358-9A21-117F4F1EA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24B1C7-0016-4A93-8C5D-C13C9CAE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767E80-C297-4FC7-9C5A-10E848A8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Gestion Avancée des Versions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B5E4DE-DCBB-49FD-9523-425A6CEA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836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29E70-C069-4CCB-BDF6-D39E1B019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scadia Code SemiBold" panose="020B0609020000020004" pitchFamily="49" charset="0"/>
                <a:cs typeface="Cascadia Code SemiBold" panose="020B0609020000020004" pitchFamily="49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8D4395-53B0-43BE-832D-CFCBB1758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A06E1-8787-4F72-9372-ED503588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C644C1-79D5-440E-A642-768552CBD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7CE0AD-C58F-45E7-9BF6-02C0A479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67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343ACE-92D1-401C-8217-0D6632C78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376" y="1709738"/>
            <a:ext cx="984324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CCE02F-E8FD-4B42-B463-82AE116E4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374" y="4589463"/>
            <a:ext cx="984324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B9E34E-B0DD-4E31-8F19-4298EFB7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36F1B8-2850-4F55-94D8-27F9A58D4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2F82D0-7465-490D-BD23-BF258ADC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060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B7BB54-74A3-4D52-9838-135D8D61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8A6019-79D2-48A3-B4D3-487206A97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4376" y="1825625"/>
            <a:ext cx="4845424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8BB14B-1DFA-4F86-BB07-4D8E80821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845423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6DDF4C-B7B6-4ECB-BAB5-DE240C7F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03BDE0-2F2C-42D0-8D7F-5F2C4EAF5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CF0280-A762-4359-82C0-23B2C822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36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FE919E-28EB-4E55-9D3D-21E24779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376" y="365125"/>
            <a:ext cx="9843247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E3286F-BB4F-44B9-AD21-E88F3050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375" y="1681163"/>
            <a:ext cx="49216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96D98C-1EF9-4A16-B1E7-50AA921A1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376" y="2505075"/>
            <a:ext cx="492162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DC8C29-9C6B-44FE-8ACC-9260A0C33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681163"/>
            <a:ext cx="49216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79B3EA2-76F7-4872-837A-8896858F2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5998" y="2505075"/>
            <a:ext cx="4921625" cy="3684588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FBEF25A-C734-464E-A222-5FA5DD7E8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4809B12-0F3E-4147-ADC8-D1FCCE7E7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369387E-D9A7-4DC2-BBCC-1FBF8946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905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D3F8CE-315A-4523-8FDF-486D4902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AAA36C-1AD9-47C0-8CEB-DBE9768C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BD1FBB-A7F9-41F1-8757-1E209553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7496C-4711-44D6-AC12-F11B04C6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594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919EB38-630F-459F-B68D-38C7CF74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5E3696F-2221-4B5E-86EB-1AD3267C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0F91A2-2E78-4031-986C-91D52B79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02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C3740-84DC-4517-813D-3992A06E0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7A1E60-66B0-4128-A7A0-48C5A9DD7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C3BCB4-F1BB-458D-9CCE-63BCCFB88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8F6E28-3CEA-4B55-BD42-445EE7ED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FA584B-DB09-4E14-8569-97941132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23D3DB-588F-4A06-B9CE-82A045DD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23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DA6E4B-A71A-48C5-BC20-0325B569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511D24-C6BB-4154-AE0B-ADE9C92CE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97D27E-62D6-4D0C-A344-60864F875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11795F-69D3-4049-A100-C58416F1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B778F6-9F4E-490C-A9FA-779D65B2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832E3F-E146-4147-81B7-08DFCAB6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4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421AF0-0540-42C5-8E0A-C43594C8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36B7C01-F0E7-4594-BB49-49732A548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A4E481-3DA5-4F2D-929A-68867CDD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656DF1-3D33-4DD7-9454-E372CE40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AA4C47-7FFE-48E6-842B-AEFBDF5F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64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915AF5A-4847-4FE3-A19E-01C85A7C4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994C12B-D043-45BF-A389-10240C3E6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2E1B3B-FED1-4DB1-9EA9-5D1A2CCC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D14108-9D84-466B-A1DE-8AEDB1CE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C39AB8-5C5B-4119-8431-884577E9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B781-FF34-4AA8-93DB-70DF7A117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009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1D6DF1B-829C-40E1-AD9A-D2484F81083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flipH="1">
            <a:off x="11017623" y="0"/>
            <a:ext cx="1174376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659C29F-BD1F-4CBD-B209-C6E8A8B6CDB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537"/>
            <a:ext cx="1174376" cy="6851463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4627AA6-10EE-476A-BB3C-9A51F763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376" y="365125"/>
            <a:ext cx="98432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348FEE-B9FD-4570-906E-2561E2ACE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376" y="1825625"/>
            <a:ext cx="98432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F472C1-00D0-4DDA-94DF-BA4E8F5F9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74376" y="6356350"/>
            <a:ext cx="24070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DD7F7-1ABA-4C94-899D-E4FA0F52F914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7A8601-419D-4D8E-AC1C-B26AC9D16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2AAAA7-B2D8-4506-8566-8FCBE405B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407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6B781-FF34-4AA8-93DB-70DF7A11777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9705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98FA16-00F3-49D3-A06A-7122854406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Git 201</a:t>
            </a:r>
            <a:br>
              <a:rPr lang="fr-FR" dirty="0"/>
            </a:br>
            <a:r>
              <a:rPr lang="fr-FR"/>
              <a:t>Advanced Source Version </a:t>
            </a:r>
            <a:r>
              <a:rPr lang="fr-FR" dirty="0"/>
              <a:t>Control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28877E-FD61-40D1-8769-3C8FF3E7E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Solving</a:t>
            </a:r>
            <a:r>
              <a:rPr lang="fr-FR" dirty="0"/>
              <a:t> and </a:t>
            </a:r>
            <a:r>
              <a:rPr lang="fr-FR" dirty="0" err="1"/>
              <a:t>preventing</a:t>
            </a:r>
            <a:r>
              <a:rPr lang="fr-FR" dirty="0"/>
              <a:t> </a:t>
            </a:r>
            <a:r>
              <a:rPr lang="fr-FR" dirty="0" err="1"/>
              <a:t>common</a:t>
            </a:r>
            <a:r>
              <a:rPr lang="fr-FR" dirty="0"/>
              <a:t> </a:t>
            </a:r>
            <a:r>
              <a:rPr lang="fr-FR" dirty="0" err="1"/>
              <a:t>problems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git </a:t>
            </a:r>
          </a:p>
        </p:txBody>
      </p:sp>
    </p:spTree>
    <p:extLst>
      <p:ext uri="{BB962C8B-B14F-4D97-AF65-F5344CB8AC3E}">
        <p14:creationId xmlns:p14="http://schemas.microsoft.com/office/powerpoint/2010/main" val="320446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3F1F4C0C-D6E0-4C87-9499-F677B3D6ED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986"/>
          <a:stretch/>
        </p:blipFill>
        <p:spPr>
          <a:xfrm>
            <a:off x="8873067" y="0"/>
            <a:ext cx="3318933" cy="685828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C6EC61C-FE39-4492-BC8B-2294AD780E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0342"/>
          <a:stretch/>
        </p:blipFill>
        <p:spPr>
          <a:xfrm flipH="1">
            <a:off x="0" y="-286"/>
            <a:ext cx="3420853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BAEF598-42ED-4B29-B1E7-DD675B8AF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Introduction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CA113CD-559B-4D41-8DFE-77D277338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0852" y="1825625"/>
            <a:ext cx="5452215" cy="4351338"/>
          </a:xfrm>
        </p:spPr>
        <p:txBody>
          <a:bodyPr/>
          <a:lstStyle/>
          <a:p>
            <a:r>
              <a:rPr lang="fr-FR" dirty="0"/>
              <a:t>Être un spécialiste git, c’est quoi ?</a:t>
            </a:r>
          </a:p>
          <a:p>
            <a:r>
              <a:rPr lang="fr-FR" dirty="0"/>
              <a:t>Notions de base</a:t>
            </a:r>
          </a:p>
          <a:p>
            <a:r>
              <a:rPr lang="fr-FR" dirty="0"/>
              <a:t>Objectifs</a:t>
            </a:r>
          </a:p>
          <a:p>
            <a:pPr lvl="1"/>
            <a:r>
              <a:rPr lang="fr-FR" dirty="0"/>
              <a:t>Problèmes courants</a:t>
            </a:r>
          </a:p>
          <a:p>
            <a:pPr lvl="1"/>
            <a:r>
              <a:rPr lang="fr-FR" dirty="0"/>
              <a:t>Solutions</a:t>
            </a:r>
          </a:p>
          <a:p>
            <a:pPr lvl="1"/>
            <a:r>
              <a:rPr lang="fr-FR" dirty="0"/>
              <a:t>Prévention</a:t>
            </a:r>
          </a:p>
        </p:txBody>
      </p:sp>
    </p:spTree>
    <p:extLst>
      <p:ext uri="{BB962C8B-B14F-4D97-AF65-F5344CB8AC3E}">
        <p14:creationId xmlns:p14="http://schemas.microsoft.com/office/powerpoint/2010/main" val="32640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4FD999-F7EA-4395-AB98-C7DC0D3CD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Git : développement solo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386959-B1F7-4FC6-A760-81127BA8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Comment faisait-on avant ?</a:t>
            </a:r>
          </a:p>
          <a:p>
            <a:r>
              <a:rPr lang="fr-FR" dirty="0"/>
              <a:t>Revenir en arrière</a:t>
            </a:r>
          </a:p>
          <a:p>
            <a:pPr lvl="1"/>
            <a:r>
              <a:rPr lang="fr-FR" dirty="0"/>
              <a:t>Save-</a:t>
            </a:r>
            <a:r>
              <a:rPr lang="fr-FR" dirty="0" err="1"/>
              <a:t>scumming</a:t>
            </a:r>
            <a:r>
              <a:rPr lang="fr-FR" dirty="0"/>
              <a:t>, fichier_test_01.c, </a:t>
            </a:r>
            <a:r>
              <a:rPr lang="fr-FR" dirty="0" err="1"/>
              <a:t>Ctrl+Z</a:t>
            </a:r>
            <a:endParaRPr lang="fr-FR" dirty="0"/>
          </a:p>
          <a:p>
            <a:r>
              <a:rPr lang="fr-FR" dirty="0"/>
              <a:t>Expérimenter avec son code</a:t>
            </a:r>
          </a:p>
          <a:p>
            <a:r>
              <a:rPr lang="fr-FR" dirty="0"/>
              <a:t>Faire des sauvegardes</a:t>
            </a:r>
          </a:p>
          <a:p>
            <a:pPr lvl="1"/>
            <a:r>
              <a:rPr lang="fr-FR" dirty="0"/>
              <a:t>Règle des 3 2 1</a:t>
            </a:r>
          </a:p>
        </p:txBody>
      </p:sp>
    </p:spTree>
    <p:extLst>
      <p:ext uri="{BB962C8B-B14F-4D97-AF65-F5344CB8AC3E}">
        <p14:creationId xmlns:p14="http://schemas.microsoft.com/office/powerpoint/2010/main" val="214197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02EF0B-5B3C-41F9-8864-CDCA5D35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Git : développement en équipe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C87CAA-FE02-459C-87ED-AE0E1EAC5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 de la collaboration</a:t>
            </a:r>
          </a:p>
          <a:p>
            <a:pPr lvl="1"/>
            <a:r>
              <a:rPr lang="fr-FR" dirty="0"/>
              <a:t>Partage réseau ? Marquage des fichiers ? Transfert manuel ? Chacun dans son coin ?</a:t>
            </a:r>
          </a:p>
          <a:p>
            <a:r>
              <a:rPr lang="fr-FR" dirty="0"/>
              <a:t>Gestion des versions déployées chez les clients</a:t>
            </a:r>
          </a:p>
          <a:p>
            <a:pPr lvl="1"/>
            <a:r>
              <a:rPr lang="fr-FR" dirty="0"/>
              <a:t>Sauvegarde du code source envoyé et mise de côté</a:t>
            </a:r>
          </a:p>
          <a:p>
            <a:r>
              <a:rPr lang="fr-FR" dirty="0"/>
              <a:t>On faisait du versioning ! Mais à la main.</a:t>
            </a:r>
          </a:p>
        </p:txBody>
      </p:sp>
    </p:spTree>
    <p:extLst>
      <p:ext uri="{BB962C8B-B14F-4D97-AF65-F5344CB8AC3E}">
        <p14:creationId xmlns:p14="http://schemas.microsoft.com/office/powerpoint/2010/main" val="174351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EFF86-FF0B-4C4C-8470-F5DFFE1C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Opérations quotidiennes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5AFB2-ECBE-4DB3-BF9C-A433568BB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Tout va bien dans le meilleur des mondes</a:t>
            </a:r>
          </a:p>
          <a:p>
            <a:pPr lvl="1"/>
            <a:r>
              <a:rPr lang="fr-FR" dirty="0"/>
              <a:t>Le quotidien du développeur, soutenu par des méthodologies claires, ne nécessite pas d’opérations compliquées.</a:t>
            </a:r>
          </a:p>
          <a:p>
            <a:r>
              <a:rPr lang="fr-FR" dirty="0"/>
              <a:t>Contact avec la réalité</a:t>
            </a:r>
          </a:p>
          <a:p>
            <a:pPr lvl="1"/>
            <a:r>
              <a:rPr lang="fr-FR" dirty="0"/>
              <a:t>Au quotidien, les erreurs arrivent, les bonnes pratiques se perdent…</a:t>
            </a:r>
          </a:p>
          <a:p>
            <a:pPr lvl="1"/>
            <a:r>
              <a:rPr lang="fr-FR" dirty="0"/>
              <a:t>Profitez de l’IUT pour expérimenter, faire des erreurs et les résoudre.</a:t>
            </a:r>
          </a:p>
        </p:txBody>
      </p:sp>
    </p:spTree>
    <p:extLst>
      <p:ext uri="{BB962C8B-B14F-4D97-AF65-F5344CB8AC3E}">
        <p14:creationId xmlns:p14="http://schemas.microsoft.com/office/powerpoint/2010/main" val="387840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22B94E-5BA3-4A06-BB69-AE37DFB2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fichiers suivis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18D903-AB94-46CE-AA9F-4D7CE32D3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Git </a:t>
            </a:r>
            <a:r>
              <a:rPr lang="fr-FR" dirty="0" err="1"/>
              <a:t>add</a:t>
            </a:r>
            <a:r>
              <a:rPr lang="fr-FR" dirty="0"/>
              <a:t> ajoute les fichiers désignés à l’index</a:t>
            </a:r>
          </a:p>
          <a:p>
            <a:pPr lvl="1"/>
            <a:r>
              <a:rPr lang="fr-FR" dirty="0"/>
              <a:t>Pourquoi n’est-ce pas automatique ?</a:t>
            </a:r>
          </a:p>
          <a:p>
            <a:r>
              <a:rPr lang="fr-FR" dirty="0"/>
              <a:t>Parce qu’on ne veut pas forcément tout ajouter tout le temps</a:t>
            </a:r>
          </a:p>
        </p:txBody>
      </p:sp>
    </p:spTree>
    <p:extLst>
      <p:ext uri="{BB962C8B-B14F-4D97-AF65-F5344CB8AC3E}">
        <p14:creationId xmlns:p14="http://schemas.microsoft.com/office/powerpoint/2010/main" val="764543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E73284-E02A-43E5-AE41-DC4137EF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Git </a:t>
            </a:r>
            <a:r>
              <a:rPr lang="fr-FR" dirty="0" err="1"/>
              <a:t>add</a:t>
            </a:r>
            <a:r>
              <a:rPr lang="fr-FR" dirty="0"/>
              <a:t> : fichiers non-désirés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EE39C6-1AAB-4CCB-BD14-9944C7710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Solutions</a:t>
            </a:r>
          </a:p>
          <a:p>
            <a:pPr lvl="1"/>
            <a:r>
              <a:rPr lang="fr-FR" dirty="0"/>
              <a:t>Fichier indexé</a:t>
            </a:r>
          </a:p>
          <a:p>
            <a:pPr lvl="2"/>
            <a:r>
              <a:rPr lang="fr-FR" dirty="0"/>
              <a:t>git reset HEAD </a:t>
            </a:r>
            <a:r>
              <a:rPr lang="fr-FR" dirty="0" err="1"/>
              <a:t>fichier_a_retirer</a:t>
            </a:r>
            <a:r>
              <a:rPr lang="fr-FR" dirty="0"/>
              <a:t> (--mixed retire de l’index sans toucher le fichier)</a:t>
            </a:r>
          </a:p>
          <a:p>
            <a:pPr lvl="2"/>
            <a:r>
              <a:rPr lang="fr-FR" dirty="0"/>
              <a:t>git restore --</a:t>
            </a:r>
            <a:r>
              <a:rPr lang="fr-FR" dirty="0" err="1"/>
              <a:t>staged</a:t>
            </a:r>
            <a:r>
              <a:rPr lang="fr-FR" dirty="0"/>
              <a:t> </a:t>
            </a:r>
            <a:r>
              <a:rPr lang="fr-FR" dirty="0" err="1"/>
              <a:t>fichier_a_retirer</a:t>
            </a:r>
            <a:endParaRPr lang="fr-FR" dirty="0"/>
          </a:p>
          <a:p>
            <a:pPr lvl="2"/>
            <a:r>
              <a:rPr lang="fr-FR" dirty="0"/>
              <a:t>git </a:t>
            </a:r>
            <a:r>
              <a:rPr lang="fr-FR" dirty="0" err="1"/>
              <a:t>rm</a:t>
            </a:r>
            <a:r>
              <a:rPr lang="fr-FR" dirty="0"/>
              <a:t> --</a:t>
            </a:r>
            <a:r>
              <a:rPr lang="fr-FR" dirty="0" err="1"/>
              <a:t>cached</a:t>
            </a:r>
            <a:r>
              <a:rPr lang="fr-FR" dirty="0"/>
              <a:t> </a:t>
            </a:r>
            <a:r>
              <a:rPr lang="fr-FR" dirty="0" err="1"/>
              <a:t>fichier_a_retirer</a:t>
            </a:r>
            <a:endParaRPr lang="fr-FR" dirty="0"/>
          </a:p>
          <a:p>
            <a:pPr lvl="1"/>
            <a:r>
              <a:rPr lang="fr-FR" dirty="0"/>
              <a:t>Commit fait</a:t>
            </a:r>
          </a:p>
          <a:p>
            <a:pPr lvl="2"/>
            <a:r>
              <a:rPr lang="fr-FR" dirty="0"/>
              <a:t>Retour en arrière avec git reset</a:t>
            </a:r>
          </a:p>
          <a:p>
            <a:pPr lvl="2"/>
            <a:r>
              <a:rPr lang="fr-FR" dirty="0"/>
              <a:t>Retrait du repo avec git </a:t>
            </a:r>
            <a:r>
              <a:rPr lang="fr-FR" dirty="0" err="1"/>
              <a:t>rm</a:t>
            </a:r>
            <a:endParaRPr lang="fr-FR" dirty="0"/>
          </a:p>
          <a:p>
            <a:pPr lvl="2"/>
            <a:r>
              <a:rPr lang="fr-FR" dirty="0"/>
              <a:t>Correction du dernier commit avec git commit --</a:t>
            </a:r>
            <a:r>
              <a:rPr lang="fr-FR" dirty="0" err="1"/>
              <a:t>amend</a:t>
            </a:r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083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008B7E-2200-40AC-AEF8-C74CD3D9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Git </a:t>
            </a:r>
            <a:r>
              <a:rPr lang="fr-FR" dirty="0" err="1"/>
              <a:t>add</a:t>
            </a:r>
            <a:r>
              <a:rPr lang="fr-FR" dirty="0"/>
              <a:t> : fichiers non-désirés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DA6071-1E67-4360-9EA6-9116E639A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Prévention</a:t>
            </a:r>
          </a:p>
          <a:p>
            <a:pPr lvl="1"/>
            <a:r>
              <a:rPr lang="fr-FR" dirty="0"/>
              <a:t>Ponctuellement : on évite d’ajouter le fichier quand on fait un git </a:t>
            </a:r>
            <a:r>
              <a:rPr lang="fr-FR" dirty="0" err="1"/>
              <a:t>add</a:t>
            </a:r>
            <a:endParaRPr lang="fr-FR" dirty="0"/>
          </a:p>
          <a:p>
            <a:pPr lvl="1"/>
            <a:r>
              <a:rPr lang="fr-FR" dirty="0"/>
              <a:t>Chroniquement</a:t>
            </a:r>
          </a:p>
          <a:p>
            <a:pPr lvl="2"/>
            <a:r>
              <a:rPr lang="fr-FR" dirty="0"/>
              <a:t>Fichiers de sortie : binaires, </a:t>
            </a:r>
            <a:r>
              <a:rPr lang="fr-FR" dirty="0" err="1"/>
              <a:t>pdf</a:t>
            </a:r>
            <a:r>
              <a:rPr lang="fr-FR" dirty="0"/>
              <a:t>, documentation, </a:t>
            </a:r>
            <a:r>
              <a:rPr lang="fr-FR" dirty="0" err="1"/>
              <a:t>déboguage</a:t>
            </a:r>
            <a:endParaRPr lang="fr-FR" dirty="0"/>
          </a:p>
          <a:p>
            <a:pPr lvl="2"/>
            <a:r>
              <a:rPr lang="fr-FR" dirty="0"/>
              <a:t>Secrets : toutes les choses qui doivent être stockées à part (git n’est pas chiffré!)</a:t>
            </a:r>
          </a:p>
          <a:p>
            <a:pPr lvl="2"/>
            <a:r>
              <a:rPr lang="fr-FR" dirty="0"/>
              <a:t>Configuration : fichiers d’IDE, config locale de dev, </a:t>
            </a:r>
            <a:r>
              <a:rPr lang="fr-FR" dirty="0" err="1"/>
              <a:t>etc</a:t>
            </a:r>
            <a:endParaRPr lang="fr-FR" dirty="0"/>
          </a:p>
          <a:p>
            <a:pPr lvl="1"/>
            <a:r>
              <a:rPr lang="fr-FR" dirty="0"/>
              <a:t>Solution : .</a:t>
            </a:r>
            <a:r>
              <a:rPr lang="fr-FR" dirty="0" err="1"/>
              <a:t>gitignore</a:t>
            </a:r>
            <a:endParaRPr lang="fr-FR" dirty="0"/>
          </a:p>
          <a:p>
            <a:pPr lvl="2"/>
            <a:r>
              <a:rPr lang="fr-FR" dirty="0"/>
              <a:t>Fichier faisant partie du repo</a:t>
            </a:r>
          </a:p>
          <a:p>
            <a:pPr lvl="2"/>
            <a:r>
              <a:rPr lang="fr-FR" dirty="0"/>
              <a:t>Syntaxe</a:t>
            </a:r>
          </a:p>
        </p:txBody>
      </p:sp>
    </p:spTree>
    <p:extLst>
      <p:ext uri="{BB962C8B-B14F-4D97-AF65-F5344CB8AC3E}">
        <p14:creationId xmlns:p14="http://schemas.microsoft.com/office/powerpoint/2010/main" val="238631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3A899B-60F0-4EBA-B419-98FFCB60A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Revenir en arrière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D925F-123B-4BDB-8EAC-728839ABE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Don’t panic ! </a:t>
            </a:r>
          </a:p>
          <a:p>
            <a:r>
              <a:rPr lang="fr-FR" dirty="0"/>
              <a:t>Nombreuses situations où on veut revenir en arrière.</a:t>
            </a:r>
          </a:p>
          <a:p>
            <a:r>
              <a:rPr lang="fr-FR" dirty="0"/>
              <a:t>Plus tôt vous réalisez, plus c’est facile.</a:t>
            </a:r>
          </a:p>
          <a:p>
            <a:pPr lvl="1"/>
            <a:r>
              <a:rPr lang="fr-FR" dirty="0"/>
              <a:t>Avant ou après commit, merge, rebase, push?</a:t>
            </a:r>
          </a:p>
          <a:p>
            <a:pPr lvl="1"/>
            <a:r>
              <a:rPr lang="fr-FR" dirty="0"/>
              <a:t>Dans le passé local, dans l’historique lointain, dans un commit disparu?</a:t>
            </a:r>
          </a:p>
          <a:p>
            <a:pPr lvl="1"/>
            <a:r>
              <a:rPr lang="fr-FR" dirty="0"/>
              <a:t>De manière générale : parlez avec vos collègues !</a:t>
            </a:r>
          </a:p>
        </p:txBody>
      </p:sp>
    </p:spTree>
    <p:extLst>
      <p:ext uri="{BB962C8B-B14F-4D97-AF65-F5344CB8AC3E}">
        <p14:creationId xmlns:p14="http://schemas.microsoft.com/office/powerpoint/2010/main" val="1519956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3DD850-7B6E-4767-944B-E3394C2C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Corriger le dernier commit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9AB67E-95B8-4876-B2B2-1E351F8FB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À faire avant un push car on modifie l’historique !</a:t>
            </a:r>
          </a:p>
          <a:p>
            <a:r>
              <a:rPr lang="fr-FR" dirty="0"/>
              <a:t>Exemples</a:t>
            </a:r>
          </a:p>
          <a:p>
            <a:pPr lvl="1"/>
            <a:r>
              <a:rPr lang="fr-FR" dirty="0"/>
              <a:t>Erreur dans le message de commit</a:t>
            </a:r>
          </a:p>
          <a:p>
            <a:pPr lvl="1"/>
            <a:r>
              <a:rPr lang="fr-FR" dirty="0"/>
              <a:t>Ajouter ou retirer un fichier du commit</a:t>
            </a:r>
          </a:p>
          <a:p>
            <a:r>
              <a:rPr lang="fr-FR" dirty="0"/>
              <a:t>Git commit --</a:t>
            </a:r>
            <a:r>
              <a:rPr lang="fr-FR" dirty="0" err="1"/>
              <a:t>amend</a:t>
            </a:r>
            <a:endParaRPr lang="fr-FR" dirty="0"/>
          </a:p>
          <a:p>
            <a:pPr lvl="1"/>
            <a:r>
              <a:rPr lang="fr-FR" dirty="0"/>
              <a:t>Vous venez de faire un commit mais il n’est pas parfait</a:t>
            </a:r>
          </a:p>
          <a:p>
            <a:pPr lvl="1"/>
            <a:r>
              <a:rPr lang="fr-FR" dirty="0"/>
              <a:t>Faites vos modifications</a:t>
            </a:r>
          </a:p>
          <a:p>
            <a:pPr lvl="1"/>
            <a:r>
              <a:rPr lang="fr-FR" dirty="0"/>
              <a:t>L’option --</a:t>
            </a:r>
            <a:r>
              <a:rPr lang="fr-FR" dirty="0" err="1"/>
              <a:t>amend</a:t>
            </a:r>
            <a:r>
              <a:rPr lang="fr-FR" dirty="0"/>
              <a:t> va fusionner votre nouveau commit avec le précédent</a:t>
            </a:r>
          </a:p>
          <a:p>
            <a:r>
              <a:rPr lang="fr-FR" dirty="0"/>
              <a:t>Comme un git squash mais simplifié</a:t>
            </a:r>
          </a:p>
        </p:txBody>
      </p:sp>
    </p:spTree>
    <p:extLst>
      <p:ext uri="{BB962C8B-B14F-4D97-AF65-F5344CB8AC3E}">
        <p14:creationId xmlns:p14="http://schemas.microsoft.com/office/powerpoint/2010/main" val="285614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F36181-2B48-41AD-9AFF-9ED9B55B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Déplacer vers une branche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A267E0-6C06-4CDF-B9C6-87497127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Normalement on crée une branche et on dev dessus</a:t>
            </a:r>
          </a:p>
          <a:p>
            <a:pPr lvl="1"/>
            <a:r>
              <a:rPr lang="fr-FR" dirty="0"/>
              <a:t>Vous avez oublié de créer votre branche, et commencé à dev sur master ou autre. Peut-être même fait plusieurs commit.</a:t>
            </a:r>
          </a:p>
          <a:p>
            <a:r>
              <a:rPr lang="fr-FR" dirty="0"/>
              <a:t>Git </a:t>
            </a:r>
            <a:r>
              <a:rPr lang="fr-FR" dirty="0" err="1"/>
              <a:t>branch</a:t>
            </a:r>
            <a:r>
              <a:rPr lang="fr-FR" dirty="0"/>
              <a:t> nouvelle-branche va sauvegarder vos changements</a:t>
            </a:r>
          </a:p>
          <a:p>
            <a:r>
              <a:rPr lang="fr-FR" dirty="0"/>
              <a:t>Git reset commit-avant-dev --hard va effacer vos dev.</a:t>
            </a:r>
          </a:p>
          <a:p>
            <a:pPr lvl="1"/>
            <a:r>
              <a:rPr lang="fr-FR" dirty="0"/>
              <a:t>Attention de bien être sur la branche où vous ne voulez plus les </a:t>
            </a:r>
            <a:r>
              <a:rPr lang="fr-FR" dirty="0" err="1"/>
              <a:t>modifs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Tout est conservé sur nouvelle-branche.</a:t>
            </a:r>
          </a:p>
          <a:p>
            <a:r>
              <a:rPr lang="fr-FR" dirty="0"/>
              <a:t>Vous êtes à nouveau dans les clous. Continuez de dev sur la branche nouvellement créée.</a:t>
            </a:r>
          </a:p>
        </p:txBody>
      </p:sp>
    </p:spTree>
    <p:extLst>
      <p:ext uri="{BB962C8B-B14F-4D97-AF65-F5344CB8AC3E}">
        <p14:creationId xmlns:p14="http://schemas.microsoft.com/office/powerpoint/2010/main" val="4245081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16F273-0682-4EC5-9368-647AB5572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Déplacer vers une branche II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C92663-FA58-4EFA-8BCF-762531E2C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Vous avez commit dans la mauvaise branche</a:t>
            </a:r>
          </a:p>
          <a:p>
            <a:pPr lvl="1"/>
            <a:r>
              <a:rPr lang="fr-FR" dirty="0"/>
              <a:t>Vous avez envie d’envoyer tout ça vers une autre branche qui existe déjà</a:t>
            </a:r>
          </a:p>
          <a:p>
            <a:r>
              <a:rPr lang="fr-FR" dirty="0"/>
              <a:t>Git reset commit-avant-dev --soft</a:t>
            </a:r>
          </a:p>
          <a:p>
            <a:pPr lvl="1"/>
            <a:r>
              <a:rPr lang="fr-FR" dirty="0"/>
              <a:t>Pour annuler les commit mais conserver les modifications</a:t>
            </a:r>
          </a:p>
          <a:p>
            <a:r>
              <a:rPr lang="fr-FR" dirty="0"/>
              <a:t>Git </a:t>
            </a:r>
            <a:r>
              <a:rPr lang="fr-FR" dirty="0" err="1"/>
              <a:t>stash</a:t>
            </a:r>
            <a:endParaRPr lang="fr-FR" dirty="0"/>
          </a:p>
          <a:p>
            <a:pPr lvl="1"/>
            <a:r>
              <a:rPr lang="fr-FR" dirty="0"/>
              <a:t>Pour mettre les modifications de côté, et basculer de branche</a:t>
            </a:r>
          </a:p>
          <a:p>
            <a:r>
              <a:rPr lang="fr-FR" dirty="0"/>
              <a:t>Git switch branche-cible</a:t>
            </a:r>
          </a:p>
          <a:p>
            <a:r>
              <a:rPr lang="fr-FR" dirty="0"/>
              <a:t>Git </a:t>
            </a:r>
            <a:r>
              <a:rPr lang="fr-FR" dirty="0" err="1"/>
              <a:t>stash</a:t>
            </a:r>
            <a:r>
              <a:rPr lang="fr-FR" dirty="0"/>
              <a:t> pop</a:t>
            </a:r>
          </a:p>
          <a:p>
            <a:pPr lvl="1"/>
            <a:r>
              <a:rPr lang="fr-FR" dirty="0"/>
              <a:t>Vous réappliquez les modifications</a:t>
            </a:r>
          </a:p>
          <a:p>
            <a:r>
              <a:rPr lang="fr-FR" dirty="0"/>
              <a:t>Remarques</a:t>
            </a:r>
          </a:p>
          <a:p>
            <a:pPr lvl="1"/>
            <a:r>
              <a:rPr lang="fr-FR" dirty="0"/>
              <a:t>Vous perdez l’historique, si vous aviez plus qu’un commit</a:t>
            </a:r>
          </a:p>
          <a:p>
            <a:pPr lvl="1"/>
            <a:r>
              <a:rPr lang="fr-FR" dirty="0"/>
              <a:t>Plus simple qu’un rebase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804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FAE7D-FB80-42FC-9676-9B426D40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Contrecarrer des modifications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EE3E5E-5665-44C7-9653-A42BB873F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Beaucoup de manœuvres correctives manipulent l’historique</a:t>
            </a:r>
          </a:p>
          <a:p>
            <a:pPr lvl="1"/>
            <a:r>
              <a:rPr lang="fr-FR" dirty="0"/>
              <a:t>Facile en local, avant push</a:t>
            </a:r>
          </a:p>
          <a:p>
            <a:pPr lvl="1"/>
            <a:r>
              <a:rPr lang="fr-FR" dirty="0"/>
              <a:t>Souvent impossible en </a:t>
            </a:r>
            <a:r>
              <a:rPr lang="fr-FR" dirty="0" err="1"/>
              <a:t>remote</a:t>
            </a:r>
            <a:endParaRPr lang="fr-FR" dirty="0"/>
          </a:p>
          <a:p>
            <a:r>
              <a:rPr lang="fr-FR" dirty="0"/>
              <a:t>Git log pour trouver où les changements indésirables ont eu lieu</a:t>
            </a:r>
          </a:p>
          <a:p>
            <a:r>
              <a:rPr lang="fr-FR" dirty="0"/>
              <a:t>Git </a:t>
            </a:r>
            <a:r>
              <a:rPr lang="fr-FR" dirty="0" err="1"/>
              <a:t>revert</a:t>
            </a:r>
            <a:r>
              <a:rPr lang="fr-FR" dirty="0"/>
              <a:t> hash-cible</a:t>
            </a:r>
          </a:p>
          <a:p>
            <a:pPr lvl="1"/>
            <a:r>
              <a:rPr lang="fr-FR" dirty="0"/>
              <a:t>Va créer un nouveau commit qui va simplement inverser les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3307982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F76889-1787-494F-8BFD-503C4B78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Récupérer une ancienne version d’un fichier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CF14D-22FD-4A6B-93E2-ABAAD0E1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Vous voulez revenir seulement sur un fichier</a:t>
            </a:r>
          </a:p>
          <a:p>
            <a:r>
              <a:rPr lang="fr-FR" dirty="0"/>
              <a:t>Git log -p --</a:t>
            </a:r>
            <a:r>
              <a:rPr lang="fr-FR" dirty="0" err="1"/>
              <a:t>pretty</a:t>
            </a:r>
            <a:r>
              <a:rPr lang="fr-FR" dirty="0"/>
              <a:t>=</a:t>
            </a:r>
            <a:r>
              <a:rPr lang="fr-FR" dirty="0" err="1"/>
              <a:t>oneline</a:t>
            </a:r>
            <a:r>
              <a:rPr lang="fr-FR" dirty="0"/>
              <a:t> </a:t>
            </a:r>
            <a:r>
              <a:rPr lang="fr-FR" dirty="0" err="1"/>
              <a:t>mon_fichier</a:t>
            </a:r>
            <a:endParaRPr lang="fr-FR" dirty="0"/>
          </a:p>
          <a:p>
            <a:pPr lvl="1"/>
            <a:r>
              <a:rPr lang="fr-FR" dirty="0"/>
              <a:t>Vous permet de suivre les modifications d’un fichier spécifique</a:t>
            </a:r>
          </a:p>
          <a:p>
            <a:pPr lvl="1"/>
            <a:r>
              <a:rPr lang="fr-FR" dirty="0"/>
              <a:t>Vous pouvez noter le hash de commit qui vous intéresse</a:t>
            </a:r>
          </a:p>
          <a:p>
            <a:r>
              <a:rPr lang="fr-FR" dirty="0"/>
              <a:t>Git </a:t>
            </a:r>
            <a:r>
              <a:rPr lang="fr-FR" dirty="0" err="1"/>
              <a:t>checkout</a:t>
            </a:r>
            <a:r>
              <a:rPr lang="fr-FR" dirty="0"/>
              <a:t> hash-cible -- </a:t>
            </a:r>
            <a:r>
              <a:rPr lang="fr-FR" dirty="0" err="1"/>
              <a:t>mon_fichier</a:t>
            </a:r>
            <a:endParaRPr lang="fr-FR" dirty="0"/>
          </a:p>
          <a:p>
            <a:pPr lvl="1"/>
            <a:r>
              <a:rPr lang="fr-FR" dirty="0"/>
              <a:t>Le fichier dans sa version cible est mis dans l’index, près pour un commit</a:t>
            </a:r>
          </a:p>
          <a:p>
            <a:pPr lvl="1"/>
            <a:r>
              <a:rPr lang="fr-FR" dirty="0"/>
              <a:t>En cas d’erreur vous pouvez refaire la manœuvre vers une autre version</a:t>
            </a:r>
          </a:p>
        </p:txBody>
      </p:sp>
    </p:spTree>
    <p:extLst>
      <p:ext uri="{BB962C8B-B14F-4D97-AF65-F5344CB8AC3E}">
        <p14:creationId xmlns:p14="http://schemas.microsoft.com/office/powerpoint/2010/main" val="36522811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1854</Words>
  <Application>Microsoft Office PowerPoint</Application>
  <PresentationFormat>Grand écran</PresentationFormat>
  <Paragraphs>168</Paragraphs>
  <Slides>14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Cascadia Code SemiBold</vt:lpstr>
      <vt:lpstr>Thème Office</vt:lpstr>
      <vt:lpstr>Git 201 Advanced Source Version Control</vt:lpstr>
      <vt:lpstr>Introduction</vt:lpstr>
      <vt:lpstr>Git : développement solo</vt:lpstr>
      <vt:lpstr>Git : développement en équipe</vt:lpstr>
      <vt:lpstr>Opérations quotidiennes</vt:lpstr>
      <vt:lpstr>Gestion des fichiers suivis</vt:lpstr>
      <vt:lpstr>Git add : fichiers non-désirés</vt:lpstr>
      <vt:lpstr>Git add : fichiers non-désirés</vt:lpstr>
      <vt:lpstr>Revenir en arrière</vt:lpstr>
      <vt:lpstr>Corriger le dernier commit</vt:lpstr>
      <vt:lpstr>Déplacer vers une branche</vt:lpstr>
      <vt:lpstr>Déplacer vers une branche II</vt:lpstr>
      <vt:lpstr>Contrecarrer des modifications</vt:lpstr>
      <vt:lpstr>Récupérer une ancienne version d’un fichier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Git</dc:title>
  <dc:creator>JOFRESA Philippe</dc:creator>
  <cp:lastModifiedBy>JOFRESA Philippe</cp:lastModifiedBy>
  <cp:revision>41</cp:revision>
  <dcterms:created xsi:type="dcterms:W3CDTF">2025-11-13T07:57:26Z</dcterms:created>
  <dcterms:modified xsi:type="dcterms:W3CDTF">2025-11-14T11:17:08Z</dcterms:modified>
</cp:coreProperties>
</file>